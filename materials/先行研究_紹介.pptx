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先行研究：最低賃金の引上げは雇用を減らすのか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8046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Card &amp; Krueger (1994, American Economic Review)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NJ州のみ最低賃金を引上げ（4.25→5.05ドル）。隣接するPA東部を対照に、ファストフード410店を前後で調査（差の差）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NJの雇用は相対的に+2.76人（常勤換算、約13%）。雇用減少の証拠は得られず。起薪5ドル以上のNJ店はPA店と同じ変化で、対照群は妥当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Neumark &amp; Wascher (1992, ILR Review)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50州+DC、1973–89年の州別パネル（751観測）。最低賃金10%上昇で、青少年雇用は1–2%減、若年成人は1.5–2%減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1年差分は遅れ効果を見落とし推定値が0に偏る。就学率の有無で青少年の弾性が+0.06→−0.14に変わる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本研究への示唆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対照群の妥当性を発効前の推移図と偽薬検定で確認し、基準期間を変えた結果は範囲で報告する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発効後の観察が1か月のみで遅れ効果を捉えにくいため、因果は断定しない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2026-10-20T06:34:43Z</dcterms:created>
  <dcterms:modified xsi:type="dcterms:W3CDTF">2026-10-20T06:34:43Z</dcterms:modified>
</cp:coreProperties>
</file>